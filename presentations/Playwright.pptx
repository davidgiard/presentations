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F4907-A407-6E4D-B85D-B89B317FD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32FA59-BE5B-B920-EBAD-7056CF3E7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D510A-AC8E-EECA-2E64-3E2B0470E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0F57-A12A-447E-BFC0-802B598B9ED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B72EB-6EFA-38B3-B021-E07E761BA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D668C-EFAB-C53D-F3F0-C503B0F9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1C48-0E3E-478B-B9C1-584DAB5A7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88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DB5B-6148-3F68-7808-A033D7D6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79EC1-88A4-5031-B5E0-D25391840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BA004-32C4-BB24-9EBA-2B38AF9F8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0F57-A12A-447E-BFC0-802B598B9ED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9A103-5A85-A279-9D67-6885A6D53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F001D-6902-4317-DB7A-3D73FCEF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1C48-0E3E-478B-B9C1-584DAB5A7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11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A5CA2-4E26-F628-1E2D-466F0E7F1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B4896-9271-DC79-EF7F-12D41078B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FABBE-5F3E-AEC3-D818-54552726C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0F57-A12A-447E-BFC0-802B598B9ED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B8502-A0D0-F44B-614A-D2C1ECF4B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AD7AF-03AD-D04C-8386-2E4FB2C0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1C48-0E3E-478B-B9C1-584DAB5A7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08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6BF02-F572-6B34-942B-15FA31FA6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CD088-E502-52D3-2DAD-51104B518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76F4D-0586-E1C4-8532-0696191C7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B9A70-9041-0297-DE58-FE18D1CDC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0F57-A12A-447E-BFC0-802B598B9ED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FA2F0-3D38-763E-5C92-91831EB4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BCB85-FC72-2492-13B5-FE4E1BF8F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1C48-0E3E-478B-B9C1-584DAB5A7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33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8B33-3C2F-0FD4-10DB-DDE0F1311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CA438-B595-6286-F45A-44EE10EA0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C18E5-C8AE-674F-B6DD-B5FE07ED1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BD8C8A-BAAB-F926-0593-CADDCA287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65336-9494-296B-D654-1C17B50DF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58EBD6-9E0B-90B9-A0E8-94C3C8A06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0F57-A12A-447E-BFC0-802B598B9ED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5C8D-78D1-A0BF-6115-561C9EE2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10E0C3-8632-5D22-4722-555CCA4A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1C48-0E3E-478B-B9C1-584DAB5A7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07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0BED8-86F2-C87A-024E-AA396AD3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31A3B-0A40-13B1-42B0-CA0BDC95D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0F57-A12A-447E-BFC0-802B598B9ED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46AF5-6972-CEE1-BA1F-0E9A61C28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31E6C2-75DF-71CD-BE01-9DCEB4D5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1C48-0E3E-478B-B9C1-584DAB5A7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65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C0B2F0-EE0A-C72E-441E-4EBE67BB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0F57-A12A-447E-BFC0-802B598B9ED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25A549-3BEA-60C0-2138-C56740677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07140-D0D9-2875-2BB3-9BE4EEB5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1C48-0E3E-478B-B9C1-584DAB5A7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5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A79D0-BD61-1581-E43C-14A3123E7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9ED02-1CBB-C56C-F584-B61DDD8C4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B8996-7B9D-8B0D-E4CF-566AD8870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90C6F-4DDF-515B-4BCF-0EB501AA3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0F57-A12A-447E-BFC0-802B598B9ED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B2DEE-7C95-0461-E009-A7E181FD8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669DA-AA72-F262-EEBC-89EAF5D2A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1C48-0E3E-478B-B9C1-584DAB5A7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52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5203-7775-BA16-781A-AE54D041E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0035B-9FA9-4BAC-90DF-4FE9525F5E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5FF09-34AB-A6AE-04F6-122C95715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95272-385A-08E8-8CD0-934E0E26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0F57-A12A-447E-BFC0-802B598B9ED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1931F-C810-3156-DD2C-06108D220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1BCA7-71B3-D115-8539-A244E2F7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1C48-0E3E-478B-B9C1-584DAB5A7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7D89-CBF9-BDF8-4C35-1C9A7B9E5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5E967-35EF-95B9-D75F-565076BD8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1F374-1081-CCDA-625A-9CC753C1A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0F57-A12A-447E-BFC0-802B598B9ED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2DD93-D605-F87E-084F-A2F344D7D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E316A-CBE9-6FEC-0C09-EF1564EA2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1C48-0E3E-478B-B9C1-584DAB5A7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73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69A05A-8FE1-4BBD-1D6E-F02E11B74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7B90F-AADB-20AF-0CF9-43BDDF34A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4B140-FD58-AE21-176D-039070E50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0F57-A12A-447E-BFC0-802B598B9ED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9119E-D903-65A6-6E8D-91D2B569A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3444D-78EA-1307-E4C2-6A74FF2A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1C48-0E3E-478B-B9C1-584DAB5A7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9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AA7C75-C7BD-1D55-BD98-BB7221374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71863-C70A-0BB0-5BA1-957641770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1DFFB-5547-442B-E05E-1B51000181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90F57-A12A-447E-BFC0-802B598B9ED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EF2EA-2BC1-9370-922A-F629429B5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F04CD-D7C0-AA8F-5FE8-D96681779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21C48-0E3E-478B-B9C1-584DAB5A7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8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F9B0-AA4F-7D10-EEDA-C2F710C035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Your User Interface </a:t>
            </a:r>
            <a:br>
              <a:rPr lang="en-US" dirty="0"/>
            </a:br>
            <a:r>
              <a:rPr lang="en-US" dirty="0"/>
              <a:t>with</a:t>
            </a:r>
            <a:br>
              <a:rPr lang="en-US" dirty="0"/>
            </a:br>
            <a:r>
              <a:rPr lang="en-US" dirty="0"/>
              <a:t>Playwright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4CE24-04B9-191F-42F1-70EED43CDD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D89D3-6F39-3B2D-2888-1F9EF3CC0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CI/CD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1D017-6DBB-3EB9-81C1-D24DC9C68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Repository</a:t>
            </a:r>
          </a:p>
          <a:p>
            <a:pPr lvl="1"/>
            <a:r>
              <a:rPr lang="en-US" dirty="0"/>
              <a:t>Connected to local Git Rep</a:t>
            </a:r>
          </a:p>
          <a:p>
            <a:pPr lvl="1"/>
            <a:r>
              <a:rPr lang="en-US" dirty="0"/>
              <a:t>Action Workflow</a:t>
            </a:r>
          </a:p>
          <a:p>
            <a:pPr lvl="2"/>
            <a:r>
              <a:rPr lang="en-US" dirty="0"/>
              <a:t>YAML</a:t>
            </a:r>
          </a:p>
          <a:p>
            <a:pPr lvl="2"/>
            <a:r>
              <a:rPr lang="en-US" dirty="0"/>
              <a:t>Secrets</a:t>
            </a:r>
          </a:p>
          <a:p>
            <a:r>
              <a:rPr lang="en-US" dirty="0"/>
              <a:t>Entra App Registration</a:t>
            </a:r>
          </a:p>
          <a:p>
            <a:pPr lvl="1"/>
            <a:r>
              <a:rPr lang="en-US" dirty="0"/>
              <a:t>Contributor Role</a:t>
            </a:r>
          </a:p>
          <a:p>
            <a:pPr lvl="1"/>
            <a:r>
              <a:rPr lang="en-US" dirty="0"/>
              <a:t>Credential for GitHub Deployment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541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73434-76F6-8069-92AA-BF218E75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CI/CD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2A2D3-459B-82CA-5CCF-0792EBF07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GitHub Repository and connect local Git Repo to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Register Entra Application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Assign Contributor role to Entra Application service principal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a GitHub Credential to Application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GitHub Action Secrets</a:t>
            </a:r>
          </a:p>
          <a:p>
            <a:pPr lvl="1"/>
            <a:r>
              <a:rPr lang="en-US" dirty="0"/>
              <a:t>PLAYWRIGHT_SERVICE_URL (from Playwright Workspace)</a:t>
            </a:r>
          </a:p>
          <a:p>
            <a:pPr lvl="1"/>
            <a:r>
              <a:rPr lang="en-US" dirty="0"/>
              <a:t>AZURE_CLIENT_ID (from Entra Application)</a:t>
            </a:r>
          </a:p>
          <a:p>
            <a:pPr lvl="1"/>
            <a:r>
              <a:rPr lang="en-US" dirty="0"/>
              <a:t>AZURE_TENANT_ID (from Entra Application)</a:t>
            </a:r>
          </a:p>
          <a:p>
            <a:pPr lvl="1"/>
            <a:r>
              <a:rPr lang="en-US" dirty="0"/>
              <a:t>AZURE_SUBSCRIPTION_ID (from Azure Subscription)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YAML workflow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979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109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Testing Your User Interface  with Playwright</vt:lpstr>
      <vt:lpstr>CI/CD Requirements</vt:lpstr>
      <vt:lpstr>CI/CD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Giard</dc:creator>
  <cp:lastModifiedBy>David Giard</cp:lastModifiedBy>
  <cp:revision>2</cp:revision>
  <dcterms:created xsi:type="dcterms:W3CDTF">2025-11-12T00:44:17Z</dcterms:created>
  <dcterms:modified xsi:type="dcterms:W3CDTF">2025-11-12T16:58:28Z</dcterms:modified>
</cp:coreProperties>
</file>